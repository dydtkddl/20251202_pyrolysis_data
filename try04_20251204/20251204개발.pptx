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60798-6CC5-30EE-801B-88DE81EC0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2DCD1E-EBEA-6915-B465-1646CBF30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095D9-ED1F-F06F-E881-8599CBCA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B11A1-38BB-B4D6-1400-29B36969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776F3-D29C-3E9F-BCD4-307176E6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8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88A57-B022-4462-5A47-84EDA7F5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8FC90-6BC0-D045-69CA-DCE8E24DD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CAC4EA-6E99-C447-76CE-A7355040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1B8097-2CAB-095B-49DC-6D4DE629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FC1D62-9F16-0682-3334-EEAB987D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34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7F5AD-95C5-1E60-9429-B9ED3803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8BC1CE-856E-952C-1F2C-87BD0ABC9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E16C5-F21E-6156-E9CA-13D95406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29893-55F8-0C8D-E9C2-54774704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5C618C-80B8-97E5-B33A-6DD44E34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14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5D7D5-F31B-74D9-D0EC-DBD5A03D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FCBD7-0352-EAEF-F263-BF8C79CD0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48C12-E625-790D-4DEE-5A9E4CDD4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8F6810-105F-148A-58F2-762F0A41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EF2CDE-804F-8223-100E-7F5A48E4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BF6CC4-BA9C-F4F5-62B8-5A7C5664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53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B1B43-0826-9C4A-79B6-A1EBD047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710FEF-E1B2-C68F-D4F9-CB3C7D7C8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EF8883-AB93-E7B2-2899-56D06E75C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8F8197-F5B5-8F8D-DBA2-9FF632F03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228D48-1D77-075F-D124-71D7D7A12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99DB35-E9D8-5AA1-EE0E-7B35DEFF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6E8393-DDF9-4CF1-2C8F-ADE11FA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6A12CF-141D-8BCE-3321-1B5B0A75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52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ED3FE-42A8-D358-2BB9-FB18B43E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5418D8-13F0-41CF-5512-BAC728D0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F72E3F-6AC6-AAD4-5554-5375BCC8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2F48A2-3A6B-8D04-5E3D-DA1F3FE4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7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E144B8-DB4B-AFE9-E529-AC86DAE8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5DECDE-5E3C-512C-8ADF-6B457D52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B47E1-AA1F-B631-5003-4920A093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0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99B75-0C1F-77D5-3D10-2F2A4D3D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162CBA-900E-16E4-8E31-922255A86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B60080-170B-93B6-F226-8F8FF102F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B928D8-B04C-C198-9FCE-1D5CAE2E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8D48AA-E78E-6262-B1D1-3A16B54F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485-1239-B630-F0AD-73F1F246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2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28981-145A-2FAD-FED4-75A4488D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85CB7D-D241-CC4E-B694-710BCF628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F2D69-0B95-16E7-81EF-DE6D17376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CF636D-BA6F-AC19-D49B-D33F0046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EEB62B-6183-CA7B-0E0A-A4EBF5C5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0B6AD-A8B8-B328-1BCE-3CFC7C95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08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A056C-FCC6-6981-379F-29E2CB36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5D580A-82E6-1B61-CE55-D6F8B7094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C4459-74FD-ABFB-EDA5-9880AFF7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4966E-C4AF-0BB2-31B4-2C0D67F9B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D9B5A-7535-7CFD-5C17-529ECDFC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74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421EA3-346B-9597-CCEE-96DE81EF3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EA9F6-FE40-2C71-639C-E88DEDEFB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5AE1-8E15-FAEB-5BC1-C998DF9A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BF8B5-19C0-9975-25DC-10D383FA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573E3-B2B3-0875-A9F7-6B81368F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23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21213C-20A6-758D-2C1E-DE071223D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5D0DD-05A1-E6E7-A595-AA91F6C68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D3E0FF-DB8A-D5ED-8282-D2276D0EC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4A877-9E0D-42D3-82BA-45400D2BC43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FF8D7-6F14-A856-AD4B-92D403E1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D555DB-196A-1401-ED9B-0C779F0F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BA1D7-2276-4420-B1FE-06C4D7844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42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2122BA4-1963-A7D5-ED0F-19B4EE2EA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2709509"/>
            <a:ext cx="10421804" cy="29722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52383D-C698-6950-A754-BDDA600A5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8" y="897889"/>
            <a:ext cx="5830114" cy="156231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6465835-BA9E-2A7B-CE1E-EC02BF4BAA18}"/>
              </a:ext>
            </a:extLst>
          </p:cNvPr>
          <p:cNvSpPr/>
          <p:nvPr/>
        </p:nvSpPr>
        <p:spPr>
          <a:xfrm>
            <a:off x="885098" y="896995"/>
            <a:ext cx="5688957" cy="221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09BB6D-F488-0E41-F6FA-32170DDACA7A}"/>
              </a:ext>
            </a:extLst>
          </p:cNvPr>
          <p:cNvSpPr/>
          <p:nvPr/>
        </p:nvSpPr>
        <p:spPr>
          <a:xfrm>
            <a:off x="885098" y="1457219"/>
            <a:ext cx="5688957" cy="221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4A39D9-5989-79FE-F657-4CF189678462}"/>
              </a:ext>
            </a:extLst>
          </p:cNvPr>
          <p:cNvSpPr/>
          <p:nvPr/>
        </p:nvSpPr>
        <p:spPr>
          <a:xfrm>
            <a:off x="885098" y="2252785"/>
            <a:ext cx="5688957" cy="221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22CBC-9A78-22F4-913A-9CF2C744AE42}"/>
              </a:ext>
            </a:extLst>
          </p:cNvPr>
          <p:cNvSpPr txBox="1"/>
          <p:nvPr/>
        </p:nvSpPr>
        <p:spPr>
          <a:xfrm>
            <a:off x="332510" y="138545"/>
            <a:ext cx="823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>
                <a:latin typeface="+mj-lt"/>
              </a:rPr>
              <a:t>Full Text </a:t>
            </a:r>
            <a:r>
              <a:rPr lang="ko-KR" altLang="en-US" b="1" i="1" dirty="0">
                <a:latin typeface="+mj-lt"/>
              </a:rPr>
              <a:t>논문 </a:t>
            </a:r>
            <a:r>
              <a:rPr lang="ko-KR" altLang="en-US" b="1" i="1" dirty="0" err="1">
                <a:latin typeface="+mj-lt"/>
              </a:rPr>
              <a:t>크롤링</a:t>
            </a:r>
            <a:endParaRPr lang="ko-KR" altLang="en-US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695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992A-D609-95EA-479A-FA6137D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FF6E2CB-1BC8-DB48-8B07-1218F4EB391B}"/>
              </a:ext>
            </a:extLst>
          </p:cNvPr>
          <p:cNvSpPr txBox="1"/>
          <p:nvPr/>
        </p:nvSpPr>
        <p:spPr>
          <a:xfrm>
            <a:off x="332510" y="138545"/>
            <a:ext cx="823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>
                <a:latin typeface="+mj-lt"/>
              </a:rPr>
              <a:t>Full Text </a:t>
            </a:r>
            <a:r>
              <a:rPr lang="ko-KR" altLang="en-US" b="1" i="1" dirty="0">
                <a:latin typeface="+mj-lt"/>
              </a:rPr>
              <a:t>논문 </a:t>
            </a:r>
            <a:r>
              <a:rPr lang="ko-KR" altLang="en-US" b="1" i="1" dirty="0" err="1">
                <a:latin typeface="+mj-lt"/>
              </a:rPr>
              <a:t>크롤링</a:t>
            </a:r>
            <a:endParaRPr lang="ko-KR" altLang="en-US" b="1" i="1" dirty="0"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022214-84AF-1968-1BB1-FB7B011D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2" y="222930"/>
            <a:ext cx="6594764" cy="327242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2A2F7CA-0BE1-2E7F-3977-ED6B5EAC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20" y="3742782"/>
            <a:ext cx="3572453" cy="289228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576F63A-B84D-973B-C811-20DB9C32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868" y="3742782"/>
            <a:ext cx="3464116" cy="2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63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B555-3397-41CC-0837-E2BCE6A4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066C92-F67C-A114-354E-832F731A1BC8}"/>
              </a:ext>
            </a:extLst>
          </p:cNvPr>
          <p:cNvSpPr txBox="1"/>
          <p:nvPr/>
        </p:nvSpPr>
        <p:spPr>
          <a:xfrm>
            <a:off x="332510" y="138545"/>
            <a:ext cx="823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>
                <a:latin typeface="+mj-lt"/>
              </a:rPr>
              <a:t>Full Text </a:t>
            </a:r>
            <a:r>
              <a:rPr lang="ko-KR" altLang="en-US" b="1" i="1" dirty="0">
                <a:latin typeface="+mj-lt"/>
              </a:rPr>
              <a:t>논문 </a:t>
            </a:r>
            <a:r>
              <a:rPr lang="ko-KR" altLang="en-US" b="1" i="1" dirty="0" err="1">
                <a:latin typeface="+mj-lt"/>
              </a:rPr>
              <a:t>크롤링</a:t>
            </a:r>
            <a:endParaRPr lang="ko-KR" altLang="en-US" b="1" i="1" dirty="0"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101CA5-B603-ED05-4659-5459BD7B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388" y="1010652"/>
            <a:ext cx="4485224" cy="54396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AF213A-0F16-5E8E-007C-D9726F25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388" y="641432"/>
            <a:ext cx="3191320" cy="36200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455D57C-6714-7218-E77C-83B37812D496}"/>
              </a:ext>
            </a:extLst>
          </p:cNvPr>
          <p:cNvSpPr/>
          <p:nvPr/>
        </p:nvSpPr>
        <p:spPr>
          <a:xfrm>
            <a:off x="3853388" y="1183907"/>
            <a:ext cx="4485224" cy="3378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59B48A0-7C2B-307B-DB35-2C765EF95A6C}"/>
              </a:ext>
            </a:extLst>
          </p:cNvPr>
          <p:cNvSpPr/>
          <p:nvPr/>
        </p:nvSpPr>
        <p:spPr>
          <a:xfrm>
            <a:off x="8571346" y="2189018"/>
            <a:ext cx="406399" cy="123998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B53DD-2760-9361-4CD0-8079AA2E555B}"/>
              </a:ext>
            </a:extLst>
          </p:cNvPr>
          <p:cNvSpPr txBox="1"/>
          <p:nvPr/>
        </p:nvSpPr>
        <p:spPr>
          <a:xfrm>
            <a:off x="9088582" y="2624343"/>
            <a:ext cx="135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유료 </a:t>
            </a:r>
            <a:r>
              <a:rPr lang="en-US" altLang="ko-KR" b="1" dirty="0"/>
              <a:t>PDF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9346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1">
      <a:majorFont>
        <a:latin typeface="Microsoft GothicNeo"/>
        <a:ea typeface="Microsoft GothicNeo"/>
        <a:cs typeface=""/>
      </a:majorFont>
      <a:minorFont>
        <a:latin typeface="Microsoft GothicNeo Light"/>
        <a:ea typeface="Microsoft GothicNeo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Microsoft GothicNeo</vt:lpstr>
      <vt:lpstr>Microsoft GothicNeo Light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안용상</dc:creator>
  <cp:lastModifiedBy>안용상</cp:lastModifiedBy>
  <cp:revision>2</cp:revision>
  <dcterms:created xsi:type="dcterms:W3CDTF">2025-12-04T07:08:31Z</dcterms:created>
  <dcterms:modified xsi:type="dcterms:W3CDTF">2025-12-04T08:05:56Z</dcterms:modified>
</cp:coreProperties>
</file>